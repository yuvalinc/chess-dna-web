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01 / 22</a:t>
            </a:r>
          </a:p>
        </p:txBody>
      </p:sp>
      <p:pic>
        <p:nvPicPr>
          <p:cNvPr id="9" name="Picture 8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192024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ENGINEERING HANDOFF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Georgia"/>
              </a:rPr>
              <a:t>Architecture &amp;</a:t>
            </a:r>
          </a:p>
          <a:p>
            <a:pPr algn="l"/>
            <a:r>
              <a:rPr sz="5000" b="1">
                <a:solidFill>
                  <a:srgbClr val="FFFFFF"/>
                </a:solidFill>
                <a:latin typeface="Georgia"/>
              </a:rPr>
              <a:t>onboarding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4D399"/>
                </a:solidFill>
                <a:latin typeface="Georgia"/>
              </a:rPr>
              <a:t>Pick it up. Ship a change. Sleep well.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 21-section reference for taking over the Chess DNA web app — what runs where, the data flows, the pitfalls, and a 2-day onboarding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v1 · 2026-05-22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ELEVATOR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What Chess DNA actually 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032504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67712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WHAT THE USER SEES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3621024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A radar of 8 chess skills, a rank tier (Pawn → King), per-move analysis on every game, weakness patterns, AI-written insight cards, and a TimeMachine that replays past opponents as puzzles.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2103120"/>
            <a:ext cx="4032504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4296" y="210312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8616" y="2267712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UNDER THE HOOD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2560320"/>
            <a:ext cx="3621024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PGNs are fetched and parsed client-side, then a singleton Stockfish WASM Web Worker (depth 18) analyses every move. Aggregations feed a pattern engine detecting ~19 themes across the last 50 games.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66159"/>
            <a:ext cx="4032504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66159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30751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WHERE AI 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3621024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Claude (sonnet-4) generates Insight cards from real analysis data — the only AI-generation surface left after the May refactor. Calls are server-proxied so the API key never reaches the browser.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54296" y="3566159"/>
            <a:ext cx="4032504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54296" y="3566159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28616" y="3730751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4023359"/>
            <a:ext cx="3621024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Base44 (BaaS) holds the data behind row-level security. One Base44 server function — claude-proxy — owns the Anthropic key. There is no Node server in this repo.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QUICK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Running locally in 15 minutes.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023360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2606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677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PREREQUISITES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Node 20+  (we develop on macOS)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Base44 project invite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Optional: personal Anthropic key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   (otherwise the shared fallback works)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347472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49039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$ git clone &lt;repo&gt; Chess-dna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$ cd Chess-dna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$ npm install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$ npm run dev   # → :5173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103120"/>
            <a:ext cx="4023360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2103120"/>
            <a:ext cx="73152" cy="2606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2677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WHAT TO TRY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560320"/>
            <a:ext cx="356616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1. Sign in (Base44 redirects to login; JWT lands in localStorage)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2. Settings → enter chess.com username → Import games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3. Watch [Chess DNA] / [Chess Tutor] console logs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4. When analysis finishes, Overview unlocks the radar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5. Toggle DevModeToggle to simulate journey stages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28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Dev shortcut: DevModeToggle button in the corner — simulate auth states and journey stages without re-importing games.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Sized up before opening files.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657856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67712"/>
            <a:ext cx="2246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224637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React 19 · React Router 7 · TypeScript 5.9 (strict) · Vite 7. Tailwind CSS 4 themed via [data-theme] attribute.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3072" y="2103120"/>
            <a:ext cx="2657856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3072" y="210312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7392" y="2267712"/>
            <a:ext cx="2246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7392" y="2560320"/>
            <a:ext cx="224637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Base44 SDK — entities, JWT auth, RLS, file storage. One server function: claude-proxy holds the Anthropic key.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8944" y="2103120"/>
            <a:ext cx="2657856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8944" y="210312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3264" y="2267712"/>
            <a:ext cx="2246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CHESS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3264" y="2560320"/>
            <a:ext cx="224637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Stockfish 17 WASM in a Web Worker, singleton client. chess.js for PGN parsing. react-chessboard for the board UI.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19856"/>
            <a:ext cx="2657856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419856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84448"/>
            <a:ext cx="2246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77056"/>
            <a:ext cx="224637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Claude (claude-sonnet-4-20250514) — the only active provider. Gemini / OpenAI client files exist but the router throws.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3072" y="3419856"/>
            <a:ext cx="2657856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43072" y="3419856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17392" y="3584448"/>
            <a:ext cx="2246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VISUALISATION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7392" y="3877056"/>
            <a:ext cx="224637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Recharts (radar, line, area). html2canvas + mp4-muxer for share cards. @xyflow/react for the /graph dev page.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28944" y="3419856"/>
            <a:ext cx="2657856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28944" y="3419856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3264" y="3584448"/>
            <a:ext cx="2246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TOOLING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3264" y="3877056"/>
            <a:ext cx="224637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ESLint 9, typescript-eslint, React-hooks plugin. No test framework — verification is manual via dev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SYSTEM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Three boxes, two arrows.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670048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2606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78608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React 19 SPA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79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Pages &amp; 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55263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3 Context 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84448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Stockfish WASM · depth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1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localStorage · JWT, tutorial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4281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SessionStorage · explain cache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103120"/>
            <a:ext cx="2670048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2103120"/>
            <a:ext cx="73152" cy="2606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2286000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BASE44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578608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BaaS · per-user RLS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926079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Auth · JWT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255263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15 Entity schemas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584448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claude-proxy · server fn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913631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🔒 CLAUDE_API_KEY (secret)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24281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No code in this repo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103120"/>
            <a:ext cx="2670048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2103120"/>
            <a:ext cx="73152" cy="260604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286000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EXTERNAL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578608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Reached over 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926079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Anthropic Claude · sonnet-4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55263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chess.com public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84448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Lichess public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913631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OpenAI · unused (legacy)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24281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Gemini · unused (legacy)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28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Mental model: Firestore + one Lambda. No Node server you can git pull — backend changes happen via Base44 admin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REPOSITORY TOUR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Where things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572000" cy="2697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43891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Chess-dna/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├─ base44/entities/   # 15 JSONC schemas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├─ public/stockfish/  # WASM worker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├─ scripts/           # deploy-safety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├─ src/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│  ├─ App.tsx         # router + providers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│  ├─ pages/          # 18 route pages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│  ├─ components/     # boards · charts · share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│  ├─ contexts/       # Auth · ChessData · Tut.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│  ├─ hooks/          # useEntity + 9 hooks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│  ├─ engine/         # Stockfish · classifiers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│  ├─ ai/             # Claude · insight-gen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│  ├─ patterns/       # 8-dim skill · themes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│  ├─ storage/        # settings · insights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│  └─ shared/         # types · constants.ts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└─ CLAUDE.md          # living project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103120"/>
            <a:ext cx="3474720" cy="8046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2103120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1945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ONE PAGE PER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423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src/pages mirrors the router 1:1. Adding a screen = new file + Route in App.tsx. No code-splitting yet.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3017520"/>
            <a:ext cx="3474720" cy="8046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3017520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1089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STATE IN 3 CONTEXTS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337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Auth · ChessData · Tutorial. ChessDataContext is the heavyweight one — 1,260 LOC, 40+ derived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3931920"/>
            <a:ext cx="3474720" cy="8046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80" y="3931920"/>
            <a:ext cx="73152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023359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TYPES IN ONE 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25195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src/shared/types/ is the contract. Not auto-generated — update both JSONC schema + TS 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CONTEXT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Eight wrappers. Public routes bypass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017520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260604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677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alibri"/>
              </a:rPr>
              <a:t>PUBLIC (NO AUTH)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Sit outside the provider stack — required by Apple App Store / Play Store policies and GDPR-CCPA.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/privacy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/support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· /data-access-request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Do NOT move these inside AuthGuard.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103120"/>
            <a:ext cx="493776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103120"/>
            <a:ext cx="54864" cy="301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139696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AuthProvider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139696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JWT · beta · 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2423160"/>
            <a:ext cx="493776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39" y="2423160"/>
            <a:ext cx="54864" cy="301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2459736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AuthGuard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459736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gate / WaitlistGate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2743200"/>
            <a:ext cx="493776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2743200"/>
            <a:ext cx="54864" cy="301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2779776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ThemeProvider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779776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dark/light · 8 boards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063239"/>
            <a:ext cx="493776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3063239"/>
            <a:ext cx="54864" cy="301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3099815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I18nProvider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099815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en · es · he (RTL)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3383280"/>
            <a:ext cx="493776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39" y="3383280"/>
            <a:ext cx="54864" cy="301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3419856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ToastProvider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419856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app-wide notifications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3703320"/>
            <a:ext cx="4937760" cy="301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49039" y="3703320"/>
            <a:ext cx="54864" cy="3017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3739896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ChessDataProvider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739896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★ core data hub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4023360"/>
            <a:ext cx="493776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49039" y="4023360"/>
            <a:ext cx="54864" cy="301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0" y="4059936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TutorialProvider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059936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coachmark tour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4343400"/>
            <a:ext cx="4937760" cy="3017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49039" y="4343400"/>
            <a:ext cx="54864" cy="301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0" y="4379976"/>
            <a:ext cx="1920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AnalyticsProvider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379976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Base44 event sink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470915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▼  AppShell + Routes (page outlet)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ROUTES &amp; 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18 routes. Three audiences.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023360" cy="2697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2697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677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AUTHENTICATED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78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57860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Overview — radar, tier,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71215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/games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871215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RecentGames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638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/games/:id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16382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GameDetail — per-move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564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/patterns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45643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Patterns — weakness themes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49039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/timemachine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749039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TimeMachine — past-opponent puzzles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416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/compare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04164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Compare — friend skill radar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3425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/settings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334256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Settings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103120"/>
            <a:ext cx="4023360" cy="1783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2103120"/>
            <a:ext cx="73152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2677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ADMIN ONLY · yuval.inc@gmail.com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onsolas"/>
              </a:rPr>
              <a:t>/skill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57860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SkillStudio — calibrate weights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277977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onsolas"/>
              </a:rPr>
              <a:t>/affiliate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77977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AffiliateAdmin — share cards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98094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onsolas"/>
              </a:rPr>
              <a:t>/prompts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98094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PromptsAdmin — prompt CRUD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18211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onsolas"/>
              </a:rPr>
              <a:t>/feedbacks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18211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FeedbackAdmin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383279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onsolas"/>
              </a:rPr>
              <a:t>/analytics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383279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AnalyticsAdmin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58444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onsolas"/>
              </a:rPr>
              <a:t>/seo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58444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SeoAdmin — SeoRun 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3977639"/>
            <a:ext cx="402336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63440" y="3977639"/>
            <a:ext cx="73152" cy="77724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37760" y="406908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97066"/>
                </a:solidFill>
                <a:latin typeface="Calibri"/>
              </a:rPr>
              <a:t>PUBLIC · /privacy · /support · /data-access-request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297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Removed in May: /lessons · /exercises · /training. Catch-all redirects to 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CORE DATA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PGN → radar in seven stages.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1112955" cy="1645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1645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12848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97480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IMPORT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71800"/>
            <a:ext cx="9300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chess.com · Lichess · paste PGN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3307" y="2103120"/>
            <a:ext cx="1112955" cy="1645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3307" y="2103120"/>
            <a:ext cx="73152" cy="1645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4747" y="2212848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4747" y="2697480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PARSE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4747" y="2971800"/>
            <a:ext cx="9300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parsePgnToGameRecord (chess.js)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29414" y="2103120"/>
            <a:ext cx="1112955" cy="1645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29414" y="210312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0854" y="2212848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0854" y="2697480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PERSIST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0854" y="2971800"/>
            <a:ext cx="9300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Game entity → Base44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15522" y="2103120"/>
            <a:ext cx="1112955" cy="1645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5522" y="2103120"/>
            <a:ext cx="73152" cy="1645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06962" y="2212848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Georg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6962" y="2697480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6962" y="2971800"/>
            <a:ext cx="9300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Stockfish d18 · classify · phase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01629" y="2103120"/>
            <a:ext cx="1112955" cy="1645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01629" y="210312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93069" y="2212848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3069" y="2697480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PERSIST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93069" y="2971800"/>
            <a:ext cx="9300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Analysis entity (JSON)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7737" y="2103120"/>
            <a:ext cx="1112955" cy="1645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7737" y="2103120"/>
            <a:ext cx="73152" cy="1645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9177" y="2212848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Georg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9177" y="2697480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COMPUTE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9177" y="2971800"/>
            <a:ext cx="9300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Patterns · 8-dim skill · benchmarks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73844" y="2103120"/>
            <a:ext cx="1112955" cy="1645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73844" y="210312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5284" y="2212848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Georgia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5284" y="2697480"/>
            <a:ext cx="9300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PERSIST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5284" y="2971800"/>
            <a:ext cx="9300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Pattern + PatternSnapshot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0233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BATCH MODE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2519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isBatchMode() suppresses re-renders during bulk imports.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40233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QUEUE, DON'T CALL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42519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Always queueForAnalysis() — never runBatchAnalysis() directly.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0233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WINDOWED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2519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Patterns + skill look at the last 50 games (DEFAULT_WINDOW_SIZE).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59" y="40233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SINGLETON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59" y="42519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Exactly one Pattern row per user; history in PatternSnapshot.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AI GENERATION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One proxy. One provider. Two consumers.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67127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5798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Component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59152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requests Insight or explanation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15184"/>
            <a:ext cx="365760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15184"/>
            <a:ext cx="7315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1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67004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Prompt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71215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~195 LOC of templates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27248"/>
            <a:ext cx="365760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27248"/>
            <a:ext cx="7315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91256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18211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AI 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383280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sendWithFallback()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39312"/>
            <a:ext cx="365760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639312"/>
            <a:ext cx="7315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70332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Georg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69417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Claude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895344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via claude-proxy (server fn)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51376"/>
            <a:ext cx="365760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151376"/>
            <a:ext cx="7315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15384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20624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1628"/>
                </a:solidFill>
                <a:latin typeface="Calibri"/>
              </a:rPr>
              <a:t>Persist &amp; cache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407408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Insight entity + session cache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2103120"/>
            <a:ext cx="4206240" cy="1508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80560" y="210312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22128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ACTIVE CONSUMERS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2514600"/>
            <a:ext cx="3840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Insight generator (src/ai/insight-generator.ts) — turns recent GameSummary + WeaknessPattern into Insight cards.</a:t>
            </a:r>
          </a:p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Move-explanation streams — clicking a move in GameDetail streams an explanation chunk-by-chunk via SessionStorage cache.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3703320"/>
            <a:ext cx="4206240" cy="1143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60" y="3703320"/>
            <a:ext cx="73152" cy="114300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3794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alibri"/>
              </a:rPr>
              <a:t>RETIRED IN MAY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06908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· Lesson / Exercise / Training generators</a:t>
            </a:r>
          </a:p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· Podcast script + TTS chain</a:t>
            </a:r>
          </a:p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· stockfish-validator.ts (validated AI puzzles)</a:t>
            </a:r>
          </a:p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· OpenAI &amp; Gemini providers — client files still ship but createProvider() throws.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BACKEND · BASE44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15 entity schemas. Three are vestigial.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846320" cy="2697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2697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LIVE · 12 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4203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Game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54203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PGN + analysis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2491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72491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Stockfish output (JSON)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07791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907791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Singleton — current themes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9067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PatternSnapshot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09067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Historical (cap 200)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7355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UserPreferences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27355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Singleton —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5643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45643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AI-generated takeaways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3931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63931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User-submitted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822191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AnalyticsEvent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3822191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Event sink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00507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AIPrompt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400507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Versioned templates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18795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BetaTester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18795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Whitelist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370831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BetaWaitlist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4370831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Waiting approval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5371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A1628"/>
                </a:solidFill>
                <a:latin typeface="Consolas"/>
              </a:rPr>
              <a:t>· SeoRun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55371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New — SEO audits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2103120"/>
            <a:ext cx="3200400" cy="1417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210312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VESTIGIAL · awaiting cleanup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2542032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Lesson</a:t>
            </a:r>
          </a:p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Exercise</a:t>
            </a:r>
          </a:p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TrainingPlan</a:t>
            </a:r>
          </a:p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Schemas remain, but the code surface was removed in May. Safe to drop on the next backend cleanup.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3611880"/>
            <a:ext cx="3200400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0" y="3611880"/>
            <a:ext cx="73152" cy="11887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37033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alibri"/>
              </a:rPr>
              <a:t>GOTCHAS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977639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Base44 silently drops unknown fields — update the JSONC schema in tandem.</a:t>
            </a:r>
          </a:p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entity.list() caps at 5,000 records.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STORAGE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Three tiers. IndexedDB is gone.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633472" cy="2423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2423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9424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SERVER · BASE44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22219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15 entity schemas + the CLAUDE_API_KEY server env secret. RLS scoped per user.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The only place that survives reinstalling on a new device.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5264" y="2103120"/>
            <a:ext cx="2633472" cy="2423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55264" y="2103120"/>
            <a:ext cx="73152" cy="2423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249424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LOCALSTORAGE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606040"/>
            <a:ext cx="22219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JWT, guest-mode games, token usage, tutorial step, theme, locale, schema version.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Beware the iOS Safari ~5 MB quota — that's why we cap snapshots at 200.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3328" y="2103120"/>
            <a:ext cx="2633472" cy="2423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53328" y="2103120"/>
            <a:ext cx="73152" cy="242316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249424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SESSION +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606040"/>
            <a:ext cx="22219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Move-explanation cache in SessionStorage — re-clicking a move doesn't re-call Claude.</a:t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chess.com avatars in an in-process Map. Both reset on tab close.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Storage keys live in STORAGE_KEYS in src/shared/constants.ts. Bump meta:schema_version + add a migration when changing shape.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STOCKFISH &amp;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One singleton Web Worker. Don't break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023360" cy="100584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alibri"/>
              </a:rPr>
              <a:t>SINGLETON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import { StockfishClient } from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  '@/engine/stockfish-client'</a:t>
            </a:r>
          </a:p>
          <a:p>
            <a:pPr algn="l"/>
            <a:r>
              <a:rPr sz="1000" b="0">
                <a:solidFill>
                  <a:srgbClr val="34D399"/>
                </a:solidFill>
                <a:latin typeface="Consolas"/>
              </a:rPr>
              <a:t>const sf = StockfishClient.getInstance()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4023360" cy="1463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73152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64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PERFORMANCE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Georgia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Analysis depth (default)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6576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Georgia"/>
              </a:rPr>
              <a:t>2–4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0690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50 games · modern laptop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103120"/>
            <a:ext cx="4023360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2103120"/>
            <a:ext cx="73152" cy="2606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PIPELINE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54203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onsolas"/>
              </a:rPr>
              <a:t>stockfish-client.ts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54203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singleton + UCI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798063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onsolas"/>
              </a:rPr>
              <a:t>uci-parser.ts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798063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parses info 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05409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onsolas"/>
              </a:rPr>
              <a:t>game-analyzer.ts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0540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per-move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31012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onsolas"/>
              </a:rPr>
              <a:t>analysis-pipeline.ts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31012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batching · events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56616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onsolas"/>
              </a:rPr>
              <a:t>eval-classifier.ts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56616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win-chance → bucket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822191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onsolas"/>
              </a:rPr>
              <a:t>phase-detector.ts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822191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opening/mid/end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7822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onsolas"/>
              </a:rPr>
              <a:t>tactical-detector.ts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07822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forks · pins · hangs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433425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onsolas"/>
              </a:rPr>
              <a:t>bot-mover.ts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33425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plays vs user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SKILL PROFILE &amp;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8 weighted dimensions. 6 rank tiers.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754880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2606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DIMENSIONS ·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Tactics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56032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0.18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56032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Critical-position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1635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81635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81635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Under-attack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7238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072384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0.15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07238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Long-PV positions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328415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Positional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32841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0.13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328415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Quiet moves ·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58444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Endgame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58444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0.13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58444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Low-material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84048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Openings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84048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0.12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384048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Book + early game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09651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Time mgmt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0965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0.10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09651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Time-pressure blunders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3525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Resilience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4352544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onsolas"/>
              </a:rPr>
              <a:t>0.07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35254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Recovery from worse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60" y="2103120"/>
            <a:ext cx="3291840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94960" y="2103120"/>
            <a:ext cx="73152" cy="2606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2240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RANK TIERS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2560320"/>
            <a:ext cx="91440" cy="274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0" y="25603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♔ 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256032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  <a:latin typeface="Consolas"/>
              </a:rPr>
              <a:t>90–99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2880360"/>
            <a:ext cx="9144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0" y="28803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♕ QUEEN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288036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  <a:latin typeface="Consolas"/>
              </a:rPr>
              <a:t>75–89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3200400"/>
            <a:ext cx="9144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0" y="320040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♖ ROOK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320040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  <a:latin typeface="Consolas"/>
              </a:rPr>
              <a:t>60–74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3520439"/>
            <a:ext cx="91440" cy="2743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0" y="3520439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♗ BISHOP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3520439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Consolas"/>
              </a:rPr>
              <a:t>45–59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840479"/>
            <a:ext cx="91440" cy="2743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0" y="3840479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♘ KNIGHT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3840479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Consolas"/>
              </a:rPr>
              <a:t>30–44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4160520"/>
            <a:ext cx="91440" cy="2743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52160" y="41605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♙ PAWN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416052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97066"/>
                </a:solidFill>
                <a:latin typeface="Consolas"/>
              </a:rPr>
              <a:t>0–29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Scores normalised against a 1200-elo baseline. getTierForScore(overall) returns the tier object.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PATTERNS &amp;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~19 themes over the last 50 games.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1920240" cy="1417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Georgia"/>
              </a:rPr>
              <a:t>~19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Pattern themes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103120"/>
            <a:ext cx="1920240" cy="1417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0" y="210312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2402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Georgia"/>
              </a:rP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834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Game window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103120"/>
            <a:ext cx="1920240" cy="1417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2103120"/>
            <a:ext cx="73152" cy="14173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2402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97066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834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Min games required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103120"/>
            <a:ext cx="1920240" cy="14173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2103120"/>
            <a:ext cx="73152" cy="1417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22402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34D399"/>
                </a:solidFill>
                <a:latin typeface="Georgia"/>
              </a:rPr>
              <a:t>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834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Snapshots retained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0332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22191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HOW THE ENGINE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Each theme is a pure function over the windowed game set — adding one is a matter of writing the function + registering it in pattern-engine.ts.</a:t>
            </a:r>
          </a:p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score-benchmarks.ts compares per-dimension scores against rating cohorts (800 / 1200 / 1600 / 2000).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USER ONBOARDING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Six stages. Features unlock as you go.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12954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228600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929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97066"/>
                </a:solidFill>
                <a:latin typeface="Georg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929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No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929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Overview empty state · Settings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4040" y="2103120"/>
            <a:ext cx="12954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44040" y="210312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6920" y="2194560"/>
            <a:ext cx="929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9E0B"/>
                </a:solidFill>
                <a:latin typeface="Georgia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6920" y="2743200"/>
            <a:ext cx="929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Username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6920" y="3108960"/>
            <a:ext cx="929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Game import in 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30880" y="2103120"/>
            <a:ext cx="12954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30880" y="210312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3760" y="2194560"/>
            <a:ext cx="929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9E0B"/>
                </a:solidFill>
                <a:latin typeface="Georgia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760" y="2743200"/>
            <a:ext cx="929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Games imported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3760" y="3108960"/>
            <a:ext cx="929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RecentGames list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103120"/>
            <a:ext cx="12954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210312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194560"/>
            <a:ext cx="929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Georg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743200"/>
            <a:ext cx="929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Analysis running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108960"/>
            <a:ext cx="929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Per-game detail 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04560" y="2103120"/>
            <a:ext cx="12954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04560" y="210312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7440" y="2194560"/>
            <a:ext cx="929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Georg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7440" y="2743200"/>
            <a:ext cx="929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Patterns ready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7440" y="3108960"/>
            <a:ext cx="929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Radar · Patterns · Compare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91400" y="2103120"/>
            <a:ext cx="129540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91400" y="2103120"/>
            <a:ext cx="73152" cy="2286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74280" y="2194560"/>
            <a:ext cx="929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4D399"/>
                </a:solidFill>
                <a:latin typeface="Georgia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4280" y="2743200"/>
            <a:ext cx="929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Fully onboarded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4280" y="3108960"/>
            <a:ext cx="929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Insights · TimeMachine · share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Current stage in UserPreferences.journeyStage. OnboardingFlow.tsx drives the visible UX; gates use useChessData()'s derived values.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CROSS-CUTTING CONCERNS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The conventions that touch everything.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645664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67712"/>
            <a:ext cx="2234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AUTH &amp;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2234183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Base44 JWT in localStorage · guest mode · beta whitelist via BetaTester · admin role via email match. auth.me() may 401 even when the token is fine.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9168" y="2103120"/>
            <a:ext cx="2645664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9168" y="210312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3487" y="2267712"/>
            <a:ext cx="2234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AI ROUTING &amp;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7" y="2560320"/>
            <a:ext cx="2234183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One proxy · one provider · two consumers (Insights + move explanations). Shared VITE_FALLBACK_CLAUDE_KEY lets new users try without bringing their own key.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1136" y="2103120"/>
            <a:ext cx="2645664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41136" y="210312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5456" y="2267712"/>
            <a:ext cx="2234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456" y="2560320"/>
            <a:ext cx="2234183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Stockfish singleton · useMemo for heavy derived values · batch mode during imports · per-move explanations stream chunk-by-chunk. Single-chunk bundle.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29583"/>
            <a:ext cx="2645664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529583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94175"/>
            <a:ext cx="2234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THEMING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86783"/>
            <a:ext cx="2234183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Tailwind 4 + CSS vars on [data-theme]. Custom palette: chess-surface, chess-text, chess-accent + per-quality colours. 8 board themes. Mobile-first.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9168" y="3529583"/>
            <a:ext cx="2645664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49168" y="3529583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3487" y="3694175"/>
            <a:ext cx="2234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i18n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3487" y="3986783"/>
            <a:ext cx="2234183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English · Español · עברית. Hebrew flips to RTL. Strings in src/i18n/locales/{en,es,he}.ts. Locale stored in UserPreferences.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41136" y="3529583"/>
            <a:ext cx="2645664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41136" y="3529583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5456" y="3694175"/>
            <a:ext cx="2234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SHARE CARDS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5456" y="3986783"/>
            <a:ext cx="2234183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Rendered with html2canvas. Do NOT use Tailwind CSS variables in components/share/* — html2canvas can't resolve them. Use SHARE_COLORS hex constants.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CRITICAL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High blast radius — read before changing.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02336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5029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57984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onsolas"/>
              </a:rPr>
              <a:t>ChessDataContext.tsx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39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Core data hub · 1,260 LOC · all hooks before returns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103120"/>
            <a:ext cx="402336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103120"/>
            <a:ext cx="73152" cy="5029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157984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onsolas"/>
              </a:rPr>
              <a:t>GameDetail.tsx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377439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Most hook-heavy page · React error #300/#310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97479"/>
            <a:ext cx="402336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697479"/>
            <a:ext cx="73152" cy="5029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52344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onsolas"/>
              </a:rPr>
              <a:t>stockfish-client.ts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71799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Singleton WASM worker · break = no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697479"/>
            <a:ext cx="402336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2697479"/>
            <a:ext cx="73152" cy="5029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752344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onsolas"/>
              </a:rPr>
              <a:t>skill-calculator.ts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971799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Profile + fallback for broken Game⨝Analysis joins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91839"/>
            <a:ext cx="402336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291839"/>
            <a:ext cx="73152" cy="5029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346703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onsolas"/>
              </a:rPr>
              <a:t>shared/constants.ts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All thresholds · changes ripple · bump schema version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291839"/>
            <a:ext cx="402336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3291839"/>
            <a:ext cx="73152" cy="5029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3346703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onsolas"/>
              </a:rPr>
              <a:t>useEntity.ts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566159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Guest/auth branching · hook count must stay stable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86200"/>
            <a:ext cx="402336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886200"/>
            <a:ext cx="73152" cy="5029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41063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onsolas"/>
              </a:rPr>
              <a:t>ai-router.ts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160520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Provider fallback · keep send + sendStream in sync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886200"/>
            <a:ext cx="402336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63440" y="3886200"/>
            <a:ext cx="73152" cy="50292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3941063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onsolas"/>
              </a:rPr>
              <a:t>prompt-builder.ts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160520"/>
            <a:ext cx="3749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~195 LOC of templated prompts (down from 685)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ENV &amp; 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Two variables. One server-side.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822960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onsolas"/>
              </a:rPr>
              <a:t>CLAUDE_API_KEY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Base44 server 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9456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Used by the claude-proxy function. Never reaches the browser.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822960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onsolas"/>
              </a:rPr>
              <a:t>VITE_FALLBACK_CLAUDE_KEY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A1628"/>
                </a:solidFill>
                <a:latin typeface="Calibri"/>
              </a:rPr>
              <a:t>Build-time 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004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628"/>
                </a:solidFill>
                <a:latin typeface="Calibri"/>
              </a:rPr>
              <a:t>Lets new users try the app without bringing their own key.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73152" cy="6400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Retired: VITE_FALLBACK_OPENAI_KEY (TTS / podcast feature was removed). Base44 app id 69a04516fd2be6e9fdd5fbde is hard-coded in src/api/base44Client.ts.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BUILD &amp;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One environment. No staging.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8229600" cy="9601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Consolas"/>
              </a:rPr>
              <a:t>FROM /Users/yuval/Chess-dna (NOT a worktree)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50592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4D399"/>
                </a:solidFill>
                <a:latin typeface="Consolas"/>
              </a:rPr>
              <a:t>$ npm run build                  # prebuild safety + tsc + vite build → dist/</a:t>
            </a:r>
          </a:p>
          <a:p>
            <a:pPr algn="l"/>
            <a:r>
              <a:rPr sz="1100" b="0">
                <a:solidFill>
                  <a:srgbClr val="34D399"/>
                </a:solidFill>
                <a:latin typeface="Consolas"/>
              </a:rPr>
              <a:t>$ npx base44 site deploy -y      # upload dist/ to Base44 hosting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4023360" cy="1463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73152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64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VERIFY AFTER EACH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3657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dist/assets/index-*.js hash changed</a:t>
            </a:r>
          </a:p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Don't trust tsc -b exit code — check dist/</a:t>
            </a:r>
          </a:p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Hard-refresh prod, watch network tab</a:t>
            </a:r>
          </a:p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· Mobile Safari is the worst at caching old bundles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246120"/>
            <a:ext cx="4023360" cy="1463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3246120"/>
            <a:ext cx="73152" cy="1463040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364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alibri"/>
              </a:rPr>
              <a:t>✕ NEVER FROM A WORKTREE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657600"/>
            <a:ext cx="3657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Main almost always has uncommitted in-progress work that prod includes. A worktree sits at a clean commit and would ship a bundle MISSING that work — wiping it from prod.</a:t>
            </a:r>
          </a:p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0A1628"/>
                </a:solidFill>
                <a:latin typeface="Calibri"/>
              </a:rPr>
              <a:t>The prebuild guard catches this. Do not bypass.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GOTCHAS · DO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Things that look fine but blow up later.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57984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57984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Use the any type — define proper interfaces in src/shared/types/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10312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10312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157984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157984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Add npm deps without discussing — bundle size matters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4508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54508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99944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599944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Modify Base44 entity schemas casually — unknown fields are dropped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54508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254508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2599944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599944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Put React hooks after conditional return statements (error #300)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8704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98704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041904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041904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Filter entities server-side by created_by_id — legacy rows lack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98704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298704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3041904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041904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Call runBatchAnalysis() directly — go through queueForAnalysis()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2900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42900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483864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483864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Use var(--chess-*) in share-card components — use SHARE_COLORS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42900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63440" y="342900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3483864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3483864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Assume entity.list() returns everything — Base44 caps at 5,000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7096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387096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3925823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3925823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Trust tsc -b exit code — check the dist/ hash advanced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387096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63440" y="387096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3925823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3925823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Deploy from a worktree under any circumstance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31292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431292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367784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4367784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Write to localStorage without considering the iOS 5 MB quota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4312920"/>
            <a:ext cx="4023360" cy="3688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63440" y="4312920"/>
            <a:ext cx="73152" cy="368808"/>
          </a:xfrm>
          <a:prstGeom prst="rect">
            <a:avLst/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00600" y="4367784"/>
            <a:ext cx="2743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066"/>
                </a:solidFill>
                <a:latin typeface="Calibri"/>
              </a:rPr>
              <a:t>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4367784"/>
            <a:ext cx="352044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Create extra README files — CLAUDE.md + this deck is the docs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ssd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384048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3108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CHESS DNA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1080" y="0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89136" y="0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93208"/>
            <a:ext cx="502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36008"/>
            <a:ext cx="54864" cy="5029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28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ONBOARDING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Two days to "I can ship with confidence."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023360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2606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DAY 1 · READ &amp;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6032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Read this deck 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0720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0720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Read CLAUDE.md at the repo 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540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5409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Get a Base44 invite + verify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0098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00984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npm install · npm run dev →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4787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47872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Import a real chess.com username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9476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79476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Step through every move on a game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4164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04164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Trigger an Insight refresh, watch the proxy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885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8853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Toggle the dev panel · simulate stages 2, 4,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103120"/>
            <a:ext cx="4023360" cy="26060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2103120"/>
            <a:ext cx="73152" cy="2606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DAY 2 · SMALL CHANGE, FULL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256032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56032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Pick a tiny visible change (a copy string)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80720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80720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Commit on main in /Users/yuval/Chess-dna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0540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05409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No feature branches · no worktrees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30098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3300984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npm run build · confirm bundle hash advanced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54787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3547872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npx base44 site deploy -y from main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379476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379476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Hard-refresh prod · verify new bundle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404164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404164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Tour the Base44 admin UI (entities, fns, secrets)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42885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428853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A1628"/>
                </a:solidFill>
                <a:latin typeface="Calibri"/>
              </a:rPr>
              <a:t>Ask Yuval when in doubt · yuval.inc@gmail.com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Authoritative source is the code + CLAUDE.md — when this deck and the code disagree, the code wins.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